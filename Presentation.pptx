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733"/>
                </a:solidFill>
                <a:latin typeface="+mn-lt"/>
              </a:rPr>
              <a:t>Test accuracy (%) vs positive:negative ratio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QDA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0.2</c:v>
                  </c:pt>
                  <c:pt idx="1">
                    <c:v>0.4</c:v>
                  </c:pt>
                  <c:pt idx="2">
                    <c:v>0.6</c:v>
                  </c:pt>
                  <c:pt idx="3">
                    <c:v>0.8</c:v>
                  </c:pt>
                  <c:pt idx="4">
                    <c:v>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96.7</c:v>
                </c:pt>
                <c:pt idx="1">
                  <c:v>95.3</c:v>
                </c:pt>
                <c:pt idx="2">
                  <c:v>94.5</c:v>
                </c:pt>
                <c:pt idx="3">
                  <c:v>94</c:v>
                </c:pt>
                <c:pt idx="4">
                  <c:v>93.6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</c:v>
                </c:pt>
              </c:strCache>
            </c:strRef>
          </c:tx>
          <c:spPr>
            <a:solidFill>
              <a:srgbClr val="7F8C8D"/>
            </a:solidFill>
            <a:ln w="31750" cap="flat">
              <a:solidFill>
                <a:srgbClr val="7F8C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F8C8D"/>
              </a:solidFill>
              <a:ln w="9525" cap="flat">
                <a:solidFill>
                  <a:srgbClr val="7F8C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0.2</c:v>
                  </c:pt>
                  <c:pt idx="1">
                    <c:v>0.4</c:v>
                  </c:pt>
                  <c:pt idx="2">
                    <c:v>0.6</c:v>
                  </c:pt>
                  <c:pt idx="3">
                    <c:v>0.8</c:v>
                  </c:pt>
                  <c:pt idx="4">
                    <c:v>1.0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82.4</c:v>
                </c:pt>
                <c:pt idx="1">
                  <c:v>80.3</c:v>
                </c:pt>
                <c:pt idx="2">
                  <c:v>80</c:v>
                </c:pt>
                <c:pt idx="3">
                  <c:v>80.1</c:v>
                </c:pt>
                <c:pt idx="4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1F3A5F"/>
            </a:solidFill>
            <a:ln w="3175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0.2</c:v>
                  </c:pt>
                  <c:pt idx="1">
                    <c:v>0.4</c:v>
                  </c:pt>
                  <c:pt idx="2">
                    <c:v>0.6</c:v>
                  </c:pt>
                  <c:pt idx="3">
                    <c:v>0.8</c:v>
                  </c:pt>
                  <c:pt idx="4">
                    <c:v>1.0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91.5</c:v>
                </c:pt>
                <c:pt idx="1">
                  <c:v>76.2</c:v>
                </c:pt>
                <c:pt idx="2">
                  <c:v>70</c:v>
                </c:pt>
                <c:pt idx="3">
                  <c:v>66.5</c:v>
                </c:pt>
                <c:pt idx="4">
                  <c:v>65.7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+mn-lt"/>
                  </a:rPr>
                  <a:t>Positive : negative ratio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D9DF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 number. Based on the public Stanford CS229 (2018) project by Jiang and Zhang; we re-ran the full code and verified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classification. Inputs: age, magnitude, distance. Output: damaged or undamaged. Motivation: performance-based seismic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249 records. 21 damaged, 228 undamaged. Positives from government reports, negatives from USGS catalog under the no-recorded-damage assumption. Test set has only 3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Damaged bridges (red) occur at higher magnitudes and short distances, but the classes overlap, so a simple linear boundary struggles.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 resampling of the positive class to five ratios, 100 iterations each, fit LR, QDA, KNN, average the accuracies.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linear boundary; QDA class-wise Gaussians with own covariance; KNN majority vote of K neighbours with K picked on validation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repository: util.py loader, predict_x2_x4_x5.py main experiment, KNN_optimal.py K selection, outputs in Output/. Everything runs with bash run_all.sh.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Table: mean over 100 iterations and 5 ratios. QDA 94.8 percent test accuracy, KNN 80.6, LR 74.0. Chart: how test accuracy changes with the positive:negative ratio. KNN finds only about 30 percent of damaged test bridges.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QDA is the best of the three. Be upfront about limitations: three positive test examples, resampling adds no new information, negative labels rest on an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predict_x2_x4_x5.py live (about 10 seconds). It prints train and test accuracy for LR, QDA and KNN, and rewrites the plots in Output/.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· Mini-Project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Bridge Performance under Earthquakes with Supervised Learning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0972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QDA · K-Nearest Neighbours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– Machine Learning · Mini-Project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Performance-based seismic design needs to know how an existing bridge will behave in a future earthquake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whether a bridge is damaged (1) or undamaged (0) in a given earthquake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ML? Damage depends on several factors with unclear trends; a data-driven model can learn them from past events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age</a:t>
            </a:r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(years)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19842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magnitude</a:t>
            </a:r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(scale)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25511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25511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epicenter</a:t>
            </a:r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(miles)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577840" y="356616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1500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(1) / Undamaged (0)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06040" cy="10515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bridge–earthquake records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097280"/>
            <a:ext cx="2606040" cy="10515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143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: 228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: undamaged (≈ 1 : 11)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097280"/>
            <a:ext cx="2606040" cy="10515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1430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/ 50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664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4231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bridges: collected from U.S. government reports of historic earthquakes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Undamaged bridges: earthquakes near the site from the USGS catalog, assuming no recorded damage = undamaged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age (x2), magnitude (x4), distance in miles (x5); label y1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18 damaged bridges in training and 3 in the test set, so results must be read with care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Data</a:t>
            </a:r>
            <a:endParaRPr lang="en-US" sz="2800" dirty="0"/>
          </a:p>
        </p:txBody>
      </p:sp>
      <p:pic>
        <p:nvPicPr>
          <p:cNvPr id="4" name="Image 0" descr="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297680" cy="32232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15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vs distance to epicenter (red = damaged)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02920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bridges are rare and cluster at higher magnitudes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overlap heavily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imbalance: always predicting ‘undamaged’ already gives ~91% accuracy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rebalance the training data and report per-class accuracy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874520" cy="18288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2128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train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874520" cy="18288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97480" y="13258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97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22128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Up-sample damaged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0.2 → 1.0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188720"/>
            <a:ext cx="1874520" cy="18288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22128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QDA · KNN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runs per ratio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66560" y="1188720"/>
            <a:ext cx="1874520" cy="18288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03720" y="132588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22128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test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resampling duplicates minority examples with replacement, so the models see a more balanced training set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resampling means one run is not enough: results are averaged over 100 iterations × 5 ratios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never resampled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06040" cy="32918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097280"/>
            <a:ext cx="260604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boundary from maximising the log-likelihood of a sigmoid model.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LogisticRegression (liblinear)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06040" cy="32918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097280"/>
            <a:ext cx="26060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Generative: one Gaussian (own mean and covariance) per class. Picks the more likely class, quadratic boundary.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QuadraticDiscriminantAnalysis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097280"/>
            <a:ext cx="2606040" cy="32918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097280"/>
            <a:ext cx="260604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325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78308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label among the K closest training points. K chosen from 1–10 on a validation set: K = 2.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3703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KNeighborsClassifier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5120640" cy="457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util.py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60604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CSV: x* columns = features, y* = label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664208"/>
            <a:ext cx="5120640" cy="457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664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predict_x2_x4_x5.py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1664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resample → fit → score for LR, QDA, KNN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31136"/>
            <a:ext cx="5120640" cy="457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2311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KNN_optimal.py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22311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K = 1…10 on a validation set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798064"/>
            <a:ext cx="5120640" cy="457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7980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predict_x4_x5.py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27980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study with magnitude + distance only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364992"/>
            <a:ext cx="5120640" cy="457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3649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plot_data.py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606040" y="33649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the data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43600" y="1463040"/>
            <a:ext cx="2743200" cy="1554480"/>
          </a:xfrm>
          <a:prstGeom prst="rect">
            <a:avLst/>
          </a:prstGeom>
          <a:solidFill>
            <a:srgbClr val="1B2733"/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80760" y="15087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predict_x2_x4_x5.py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bash run_all.sh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 · scikit-learn · Matplotlib. Full pipeline runs in under two minutes.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QDA performs best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480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640080"/>
                <a:gridCol w="86868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Test: damaged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Test: undamaged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 =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26974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100 bootstrap iterations × 5 ratios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32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QDA: best overall and on both classes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misses ~70% of damaged test bridges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has only 3 damaged bridges: damaged-class numbers are coarse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120640" y="1005840"/>
          <a:ext cx="3657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Future Work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63040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 is best: 94.8% test accuracy, stable as the ratio grows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Regression’s linear boundary fits poorly (74.0%)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memorises training data and finds only ~30% of damaged test bridges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damaged bridges in the test 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duplicates data; it adds no new information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recorded damage is assumed undamaged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more damaged-bridge records, material / structure / traffic features, multi-class damage levels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Questions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10972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Code &amp;&amp; python predict_x2_x4_x5.py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bridge-earthquake-ml (README has setup and run steps)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Bridge Performance under Earthquakes with Supervised Learning</dc:title>
  <dc:subject>PptxGenJS Presentation</dc:subject>
  <dc:creator>PptxGenJS</dc:creator>
  <cp:lastModifiedBy>PptxGenJS</cp:lastModifiedBy>
  <cp:revision>1</cp:revision>
  <dcterms:created xsi:type="dcterms:W3CDTF">2026-10-05T05:24:15Z</dcterms:created>
  <dcterms:modified xsi:type="dcterms:W3CDTF">2026-10-05T05:24:15Z</dcterms:modified>
</cp:coreProperties>
</file>